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292E4-65B6-86F0-7295-0004E72D2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7FD42-9CA3-6F55-3701-53E62B5F63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43671-D9A9-6D00-5993-F4C9AA64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CFE78-EEB0-B5C0-5074-A7CCB1EB9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14387-7678-740B-B22D-10592BF88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747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9F88-37D3-9C1B-5C7F-53724A9F3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84706-3B0A-25B5-D4A7-5785EA83C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5513A-FBEE-7D8F-D0A9-FC8351B2A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F6DEA-2DD2-5180-592D-1D3BACBD9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0C29E-A1D3-9FCF-0F89-EF41C353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72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179C-3439-B8D4-E0B4-A7B03A05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F0BFC2-FA07-1A22-C6F1-071300CD4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BC9FA-5C29-C269-C210-70C41A65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73639-A218-20D0-3376-BD1D313F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A3011-0058-DA8D-E7B5-C226F3CF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92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3673-DCF6-28E3-9CF1-F32CBB5B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BADF-2F35-DE5D-F2E5-773FC0749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CDA1D6-2885-C335-F7FD-803BE9694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5E39F-FCDE-5F4C-BB82-6E27CF0F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4CA594-0FB8-1AAE-F1F6-8BA237B16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7859C-6F65-7758-4C41-6456E771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741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67A08-033C-5F64-E244-DDE1099C5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0A5BA-3BB7-76E5-8394-4AD0521B4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BF92A-3942-7B93-1D64-CE5335193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F13B7-4503-2A64-B6A0-99876D78A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0C3888-3EE1-E998-596E-03D69E903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929DDF-BDFF-9FA3-5C8E-92FC9835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0B8A75-C1DC-8CDF-9836-999C21CC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989A95-1C34-F835-FDFE-C4D577DC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42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FDC4-8980-DD9C-C450-07E06F02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9FA44D-48A1-7F25-65AE-BEC45BE4B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DA4F-F081-3984-4F90-F8755145E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0B0C8-CBC4-52EC-20BE-2DB055D0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50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0E5AE-D007-8E81-D525-743E29FDC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F91C2-E9C4-443F-47EA-2F769316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2D163-8828-510B-0150-76AD637D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445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5D4DE-76DE-97E3-6A81-A307791C1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C7051-E154-856E-EFF0-951066512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8AF9E-B012-422D-0F64-85AC3D512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EFAE4-65EF-DC6F-C01F-29820129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5449D-F7A2-3012-F051-19C78117E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C8D4E-93E8-5C78-BD4D-1B97CD38C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50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9031-0A0A-01E2-6530-D50523E8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FC391-92CC-B42E-CA12-710499591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01418-0334-7C25-228D-77BDC8624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6FAA7-C919-C161-B9E2-BF16B372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37DA0-2E26-98F1-9A73-DAAA51D1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AAAFD-4EB7-F7D5-190C-F1B87481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02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4B20-253F-794B-1233-4EDAED10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1C139-3967-31DA-50EE-531C09296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3385C-7AD4-FDE8-ADD4-46813584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60C14-2BA7-0140-28BE-99E381E3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CC1F2-4D86-7509-6198-E57BB654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249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831338-8189-FB49-8E67-2F0362283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BE504-EDD4-FE20-5872-7063B0C89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7493C-1E28-D4C0-5A38-431B6F16E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4EBCB-D710-1741-B7DC-7C931621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B6B23-9B19-857E-3A81-27A38856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87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883626-5170-4E4E-16E2-1D45BE0C4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CAB29-FD1E-E08C-B22E-CFE67EF66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49983-CBD0-D7B9-3AD0-1B07DBB2F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E98C5-4F7F-4C3C-982A-6F0DC12F58C2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A455B-0B91-8938-CF49-E81953EA9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672D3-AEC4-42A7-407D-F6E7D74F6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41A5FA-9FF4-444B-A38B-69D24F9BB6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90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D676E-E9DA-FBAD-7328-EE74E9DAB8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Introduction</a:t>
            </a:r>
            <a:br>
              <a:rPr lang="en-US" b="1" dirty="0"/>
            </a:br>
            <a:r>
              <a:rPr lang="en-US" b="1" dirty="0"/>
              <a:t> To </a:t>
            </a:r>
            <a:br>
              <a:rPr lang="en-US" b="1" dirty="0"/>
            </a:br>
            <a:r>
              <a:rPr lang="en-IN" b="1" dirty="0"/>
              <a:t>Responsive Website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7E018-B8FA-B37C-F69E-97B1D94AD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34896" y="6858000"/>
            <a:ext cx="9144000" cy="1655762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4BFEE6-76E8-B3FF-210E-8EF4B3D8CDB4}"/>
              </a:ext>
            </a:extLst>
          </p:cNvPr>
          <p:cNvSpPr txBox="1"/>
          <p:nvPr/>
        </p:nvSpPr>
        <p:spPr>
          <a:xfrm>
            <a:off x="4485806" y="5540744"/>
            <a:ext cx="3220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 – </a:t>
            </a:r>
            <a:r>
              <a:rPr lang="en-IN" b="1" dirty="0"/>
              <a:t>Tanmay Sood </a:t>
            </a:r>
          </a:p>
        </p:txBody>
      </p:sp>
    </p:spTree>
    <p:extLst>
      <p:ext uri="{BB962C8B-B14F-4D97-AF65-F5344CB8AC3E}">
        <p14:creationId xmlns:p14="http://schemas.microsoft.com/office/powerpoint/2010/main" val="3303447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335BA-4CBA-1AA0-9ACC-3D3AE378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329"/>
            <a:ext cx="3861816" cy="1487296"/>
          </a:xfrm>
        </p:spPr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15AEE-EB28-E69C-C2FC-8A05E9E12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Introduction to CSS: Styling Web Pages</a:t>
            </a:r>
          </a:p>
          <a:p>
            <a:r>
              <a:rPr lang="en-US" dirty="0"/>
              <a:t>Understanding HTML: The Structure of Web Pages</a:t>
            </a:r>
          </a:p>
          <a:p>
            <a:r>
              <a:rPr lang="en-IN" dirty="0"/>
              <a:t>HTML Elements and Attributes</a:t>
            </a:r>
          </a:p>
          <a:p>
            <a:r>
              <a:rPr lang="en-IN" dirty="0"/>
              <a:t>CSS Box Model Explained</a:t>
            </a:r>
          </a:p>
          <a:p>
            <a:r>
              <a:rPr lang="en-IN" dirty="0"/>
              <a:t>CSS Layout Techniques</a:t>
            </a:r>
          </a:p>
          <a:p>
            <a:r>
              <a:rPr lang="en-US" dirty="0"/>
              <a:t>Styling Text and Fonts with CSS</a:t>
            </a:r>
          </a:p>
          <a:p>
            <a:r>
              <a:rPr lang="en-US" dirty="0"/>
              <a:t>Colors and Backgrounds in CSS</a:t>
            </a:r>
          </a:p>
          <a:p>
            <a:r>
              <a:rPr lang="en-IN" dirty="0"/>
              <a:t>Responsive Web Design Principles</a:t>
            </a:r>
          </a:p>
          <a:p>
            <a:r>
              <a:rPr lang="en-US" dirty="0"/>
              <a:t>CSS Frameworks: Bootstrap and Tailwind</a:t>
            </a:r>
          </a:p>
          <a:p>
            <a:r>
              <a:rPr lang="en-US" dirty="0"/>
              <a:t>Web Accessibility: Making Sites Usable for Everyone</a:t>
            </a:r>
          </a:p>
          <a:p>
            <a:r>
              <a:rPr lang="en-US" dirty="0"/>
              <a:t>SEO Basics for HTML and CSS</a:t>
            </a:r>
          </a:p>
          <a:p>
            <a:r>
              <a:rPr lang="en-US" dirty="0"/>
              <a:t>Common HTML and CSS Mistakes to Avoid</a:t>
            </a:r>
          </a:p>
          <a:p>
            <a:r>
              <a:rPr lang="en-US" dirty="0"/>
              <a:t>Tools and Resources for Web Designers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5179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6B666-BC20-C19A-8E3F-AF923FF52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752" y="-1260228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5E1BBB-DF86-C931-B450-5C06D0853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192" y="102863"/>
            <a:ext cx="9281160" cy="6652274"/>
          </a:xfrm>
        </p:spPr>
      </p:pic>
    </p:spTree>
    <p:extLst>
      <p:ext uri="{BB962C8B-B14F-4D97-AF65-F5344CB8AC3E}">
        <p14:creationId xmlns:p14="http://schemas.microsoft.com/office/powerpoint/2010/main" val="37228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CB7A6-B4F9-6EDF-0D2F-8C601BE9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019AA5-C9C6-76C2-52DF-DFF003BF8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83464"/>
            <a:ext cx="12192000" cy="6574536"/>
          </a:xfrm>
        </p:spPr>
      </p:pic>
    </p:spTree>
    <p:extLst>
      <p:ext uri="{BB962C8B-B14F-4D97-AF65-F5344CB8AC3E}">
        <p14:creationId xmlns:p14="http://schemas.microsoft.com/office/powerpoint/2010/main" val="198672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D0B3C-1A3E-4215-08A9-5F6FFA02E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" y="-1107059"/>
            <a:ext cx="10515600" cy="1325563"/>
          </a:xfrm>
        </p:spPr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667BA3-44AD-CC51-C7BD-63F396161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9213" cy="6373368"/>
          </a:xfrm>
        </p:spPr>
      </p:pic>
    </p:spTree>
    <p:extLst>
      <p:ext uri="{BB962C8B-B14F-4D97-AF65-F5344CB8AC3E}">
        <p14:creationId xmlns:p14="http://schemas.microsoft.com/office/powerpoint/2010/main" val="2582372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D2BB-05FB-4E9B-61CC-5CC7E1F88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EC6831-91D8-C4B8-2DF1-8260035BC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9" y="0"/>
            <a:ext cx="12126871" cy="6858000"/>
          </a:xfrm>
        </p:spPr>
      </p:pic>
    </p:spTree>
    <p:extLst>
      <p:ext uri="{BB962C8B-B14F-4D97-AF65-F5344CB8AC3E}">
        <p14:creationId xmlns:p14="http://schemas.microsoft.com/office/powerpoint/2010/main" val="68392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2174-E3A4-04D9-D4D4-2946E8F8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95AF59-7AF9-930D-9FF1-F52F72E8C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30511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29E8F-4C4B-1883-6CA8-2A7D89E9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2D1679-5331-02EC-13F2-B0139E3A4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16751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D56B-3636-97A0-AC5C-A2053EBD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5B0E97-9F3C-F55C-4318-C96C3021B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94111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2E815-0729-FA06-9CC8-7B9C9E9A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4DA2D6-91F7-5569-C6CB-4D5429AA8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559756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73BD-1DD2-83DF-B846-785A7CFF7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3992D0-1190-A2CC-F062-3681F5BA2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31812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6A2A-93E5-CAF3-401F-7D996E885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16A425-F181-006C-A384-FB0CCE01F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67184"/>
            <a:ext cx="12192001" cy="6925184"/>
          </a:xfrm>
        </p:spPr>
      </p:pic>
    </p:spTree>
    <p:extLst>
      <p:ext uri="{BB962C8B-B14F-4D97-AF65-F5344CB8AC3E}">
        <p14:creationId xmlns:p14="http://schemas.microsoft.com/office/powerpoint/2010/main" val="856545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2EC0-8F8F-4C8C-F11C-36A401F72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BF979E-3FB8-B225-B0B6-0F5B373EF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55" y="0"/>
            <a:ext cx="12006845" cy="6858000"/>
          </a:xfrm>
        </p:spPr>
      </p:pic>
    </p:spTree>
    <p:extLst>
      <p:ext uri="{BB962C8B-B14F-4D97-AF65-F5344CB8AC3E}">
        <p14:creationId xmlns:p14="http://schemas.microsoft.com/office/powerpoint/2010/main" val="1573418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DE4D-5456-B20F-4674-593EC126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91A26C-A6BF-DAF4-139D-9DBE9DC3C0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012815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AE3F-B262-4D70-0B2F-BE485E055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1CCC4F-783F-3FAF-136B-6D7B62D9D7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99422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55C0-1F8B-1113-73A4-A14BD4951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6628765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B3061-2837-A005-BDBC-52159684B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8000" b="1" dirty="0"/>
              <a:t>				THANK </a:t>
            </a:r>
          </a:p>
          <a:p>
            <a:pPr marL="0" indent="0">
              <a:buNone/>
            </a:pPr>
            <a:r>
              <a:rPr lang="en-US" sz="8000" b="1" dirty="0"/>
              <a:t>				   YOU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2282567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99</Words>
  <Application>Microsoft Office PowerPoint</Application>
  <PresentationFormat>Widescreen</PresentationFormat>
  <Paragraphs>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Introduction  To  Responsive Website Design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YT_Tanmay_ Gamer</dc:creator>
  <cp:lastModifiedBy>YT_Tanmay_ Gamer</cp:lastModifiedBy>
  <cp:revision>5</cp:revision>
  <dcterms:created xsi:type="dcterms:W3CDTF">2025-12-19T14:55:15Z</dcterms:created>
  <dcterms:modified xsi:type="dcterms:W3CDTF">2026-02-17T10:46:55Z</dcterms:modified>
</cp:coreProperties>
</file>